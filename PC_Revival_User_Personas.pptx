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0AFD71-9CE1-B5E3-7190-7931DBB1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 Revival</a:t>
            </a:r>
            <a:b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Personas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FD074-9AF0-F9AB-D1E8-1A03541A9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DD166-2F75-32DF-28EE-95A71C1A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D6F34-8059-1CCB-9732-5A460C982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44D63-036F-0045-EFB6-E9A76D0E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79248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PC Revival  User Personas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Kyle Marais</cp:lastModifiedBy>
  <cp:revision>2</cp:revision>
  <dcterms:created xsi:type="dcterms:W3CDTF">2013-01-27T09:14:16Z</dcterms:created>
  <dcterms:modified xsi:type="dcterms:W3CDTF">2026-08-06T20:58:52Z</dcterms:modified>
  <cp:category/>
</cp:coreProperties>
</file>