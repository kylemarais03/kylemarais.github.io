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</a:t>
            </a:r>
            <a:pPr algn="ctr" indent="0" marL="0">
              <a:buNone/>
            </a:pPr>
            <a:r>
              <a:rPr lang="en-US" sz="4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REVIVAL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12724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REPAIR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388620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GUIDE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4498848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identity, voice, and design standards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62179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pc-revival.vercel.app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 it for, and where it's headed.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/sessions/eloquent-youthful-shannon/mnt/outputs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576" y="236573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75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520440"/>
            <a:ext cx="4526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Revival's mission is to make quality technology accessible and affordable by professionally refurbishing pre-owned laptops, empowering students, professionals, and small businesses with reliable devices while reducing electronic waste through sustainable practices.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99632" y="182880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2194560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/sessions/eloquent-youthful-shannon/mnt/outputs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568" y="236573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65392" y="30175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65392" y="3520440"/>
            <a:ext cx="4526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become South Africa's leading refurbished laptop brand, recognized for delivering trusted, high-quality, and affordable technology solutions that support education, productivity, and environmental sustainability.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Brand Overview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REVIVAL BRAND GUIDE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Values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principles that guide every repair and every customer interaction.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30552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/sessions/eloquent-youthful-shannon/mnt/output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299" y="2254179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29727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3008376"/>
            <a:ext cx="297271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laptop is professionally inspected, repaired, deep cleaned, tested, and certified for reliable performance.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53458" y="187452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09490" y="2130552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/sessions/eloquent-youthful-shannon/mnt/outputs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117" y="2254179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9490" y="2697480"/>
            <a:ext cx="29727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09490" y="3008376"/>
            <a:ext cx="297271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operate with honesty, transparency, and fairness — accurate information, clear pricing, dependable service.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58277" y="187452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4309" y="2130552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2" descr="/sessions/eloquent-youthful-shannon/mnt/outputs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936" y="2254179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4309" y="2697480"/>
            <a:ext cx="29727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14309" y="3008376"/>
            <a:ext cx="297271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deserves affordable technology, especially students and individuals who rely on devices for learning and work.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416552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3" descr="/sessions/eloquent-youthful-shannon/mnt/outputs/icons/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299" y="4540179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983480"/>
            <a:ext cx="29727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5294376"/>
            <a:ext cx="297271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extend the life of electronic devices, reduce e-waste, and promote environmentally responsible technology.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53458" y="416052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09490" y="4416552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6" name="Image 4" descr="/sessions/eloquent-youthful-shannon/mnt/outputs/icons/z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117" y="4540179"/>
            <a:ext cx="228234" cy="22823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09490" y="4983480"/>
            <a:ext cx="29727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09490" y="5294376"/>
            <a:ext cx="297271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continuously improve our refurbishment process, customer service, and technology offerings.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158277" y="416052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14309" y="4416552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1" name="Image 5" descr="/sessions/eloquent-youthful-shannon/mnt/outputs/icons/he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7936" y="4540179"/>
            <a:ext cx="228234" cy="22823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4309" y="4983480"/>
            <a:ext cx="29727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Commitment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14309" y="5294376"/>
            <a:ext cx="297271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put customers first with exceptional support and a positive experience from start to finish.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Core Values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REVIVAL BRAND GUIDE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Logo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wordmark — no icon or symbol mark.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94560" y="1965960"/>
            <a:ext cx="7772400" cy="237744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194560" y="26517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</a:t>
            </a:r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REVIVAL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19456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REPAIR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541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54100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Minimum clear space equal to the height of the “P” on all sides.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Minimum size: 120px wide (digital) / 1 inch (print).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Pair with the “EQUIPMENT REPAIR” tagline in formal or first-use placements.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33008" y="4709160"/>
            <a:ext cx="541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33008" y="5029200"/>
            <a:ext cx="54100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Introduce an icon, symbol, or crest — PC Revival is wordmark-only in production.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Recolor “PC” or “REVIVAL” outside approved brand colors.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drop shadows, outlines, or gradients to the type.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Brand Logo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REVIVAL BRAND GUIDE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Palette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3484778" cy="1051560"/>
          </a:xfrm>
          <a:prstGeom prst="roundRect">
            <a:avLst>
              <a:gd name="adj" fmla="val 6087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99232"/>
            <a:ext cx="34847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Blue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34847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#2563EB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3529584"/>
            <a:ext cx="34847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Buttons, links, icon fills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53458" y="1874520"/>
            <a:ext cx="3484778" cy="1051560"/>
          </a:xfrm>
          <a:prstGeom prst="roundRect">
            <a:avLst>
              <a:gd name="adj" fmla="val 6087"/>
            </a:avLst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4353458" y="2999232"/>
            <a:ext cx="34847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Dark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53458" y="3291840"/>
            <a:ext cx="34847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#1D4ED8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53458" y="3529584"/>
            <a:ext cx="34847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&amp; pressed states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158277" y="1874520"/>
            <a:ext cx="3484778" cy="1051560"/>
          </a:xfrm>
          <a:prstGeom prst="roundRect">
            <a:avLst>
              <a:gd name="adj" fmla="val 6087"/>
            </a:avLst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8158277" y="2999232"/>
            <a:ext cx="34847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Black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58277" y="3291840"/>
            <a:ext cx="34847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#0F172A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158277" y="3529584"/>
            <a:ext cx="34847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sections, footer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3484778" cy="1051560"/>
          </a:xfrm>
          <a:prstGeom prst="roundRect">
            <a:avLst>
              <a:gd name="adj" fmla="val 6087"/>
            </a:avLst>
          </a:prstGeom>
          <a:solidFill>
            <a:srgbClr val="37415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193792"/>
            <a:ext cx="34847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Slate Gray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486400"/>
            <a:ext cx="34847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#374151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5724144"/>
            <a:ext cx="34847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copy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53458" y="4069080"/>
            <a:ext cx="3484778" cy="1051560"/>
          </a:xfrm>
          <a:prstGeom prst="roundRect">
            <a:avLst>
              <a:gd name="adj" fmla="val 6087"/>
            </a:avLst>
          </a:prstGeom>
          <a:solidFill>
            <a:srgbClr val="E5E7EB"/>
          </a:solidFill>
          <a:ln/>
        </p:spPr>
      </p:sp>
      <p:sp>
        <p:nvSpPr>
          <p:cNvPr id="20" name="Text 18"/>
          <p:cNvSpPr/>
          <p:nvPr/>
        </p:nvSpPr>
        <p:spPr>
          <a:xfrm>
            <a:off x="4353458" y="5193792"/>
            <a:ext cx="34847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Gray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53458" y="5486400"/>
            <a:ext cx="34847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#E5E7EB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53458" y="5724144"/>
            <a:ext cx="34847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borders, dividers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58277" y="4069080"/>
            <a:ext cx="348477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58277" y="5193792"/>
            <a:ext cx="34847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58277" y="5486400"/>
            <a:ext cx="34847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58277" y="5724144"/>
            <a:ext cx="34847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Backgrounds, surfaces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Colour Palette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REVIVAL BRAND GUIDE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UI Sans-Serif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526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system-ui, “Segoe UI”, Roboto, sans-serif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120640" y="1965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20640" y="21854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 · 48px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20840" y="1965960"/>
            <a:ext cx="49222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high-quality repairs.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120640" y="2834640"/>
            <a:ext cx="6522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29900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20640" y="32095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 · 20px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20840" y="2990088"/>
            <a:ext cx="49222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we service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20640" y="3858768"/>
            <a:ext cx="6522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401421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20640" y="42336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· 16px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20840" y="4014216"/>
            <a:ext cx="49222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skilled technicians restore your device to perfect working condition.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4882896"/>
            <a:ext cx="6522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503834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20640" y="5257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· 12–14px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20840" y="5038344"/>
            <a:ext cx="49222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15 brands supported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5907024"/>
            <a:ext cx="6522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Typography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REVIVAL BRAND GUIDE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 Revival Brand Guide</dc:title>
  <dc:subject>PptxGenJS Presentation</dc:subject>
  <dc:creator>PC Revival</dc:creator>
  <cp:lastModifiedBy>PC Revival</cp:lastModifiedBy>
  <cp:revision>1</cp:revision>
  <dcterms:created xsi:type="dcterms:W3CDTF">2026-08-06T08:45:01Z</dcterms:created>
  <dcterms:modified xsi:type="dcterms:W3CDTF">2026-08-06T08:45:01Z</dcterms:modified>
</cp:coreProperties>
</file>